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Sales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Regional performance overview for Q1 2025.</a:t>
            </a:r>
          </a:p>
          <a:p>
            <a:r>
              <a:t>North: 320  South: 480  East: 210  West: 390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1: Q1 Sales by Region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31520"/>
            <a:ext cx="6400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South region leads Q1 with 480 units. North and West show steady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